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6217920" cy="109728"/>
          </a:xfrm>
          <a:prstGeom prst="rect">
            <a:avLst/>
          </a:prstGeom>
          <a:solidFill>
            <a:srgbClr val="0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</a:rPr>
              <a:t>MODULE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852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B9C6"/>
                </a:solidFill>
              </a:rPr>
              <a:t>Advanced Formulas &amp; Logical Functions
Trainer Cue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574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299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ابدأ بالمشكلة، خليهم يحكوا القرار بالكلام، بعدين حوّل القرار إلى Formula.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443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لا تبدأ بالمعادلة. ابدأ بالسؤال.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862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8587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IF → AND/OR/IFERROR → SUMIFS family → Final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6217920" cy="109728"/>
          </a:xfrm>
          <a:prstGeom prst="rect">
            <a:avLst/>
          </a:prstGeom>
          <a:solidFill>
            <a:srgbClr val="0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</a:rPr>
              <a:t>00_COVER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852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B9C6"/>
                </a:solidFill>
              </a:rPr>
              <a:t>Opening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574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299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اليوم مش هدفنا نحفظ IF وSUMIFS. هدفنا نحول Business Rules إلى Excel Rules.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SAY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443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المثال Customer Care / Operations، لكن المنطق يصلح لأي قسم.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862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MOVE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8587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بعدها مباشرة إلى 01_ROADMAP.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6217920" cy="109728"/>
          </a:xfrm>
          <a:prstGeom prst="rect">
            <a:avLst/>
          </a:prstGeom>
          <a:solidFill>
            <a:srgbClr val="0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</a:rPr>
              <a:t>01_ROADMAP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852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B9C6"/>
                </a:solidFill>
              </a:rPr>
              <a:t>Set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574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299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اليوم عندنا 3 مشاكل: قرار بسيط، قرار متعدد الشروط، وأرقام إدارة بشروط.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443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كيف نخلّي Excel يجاوب بدل ما نجاوب إحنا كل Row؟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862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MOVE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8587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ابدأ فوراً بـ 02_IF_STORY.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6217920" cy="109728"/>
          </a:xfrm>
          <a:prstGeom prst="rect">
            <a:avLst/>
          </a:prstGeom>
          <a:solidFill>
            <a:srgbClr val="0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</a:rPr>
              <a:t>02_IF_STORY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852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B9C6"/>
                </a:solidFill>
              </a:rPr>
              <a:t>The first wow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574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299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CASE-0001: SLA = 8، Resolution = 5.5. Within SLA ولا Breach؟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443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CASE-0002: SLA = 12، Resolution = 16. شو القرار؟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862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8587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إحنا عم نعيد نفس السؤال بكل Row.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006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REVEAL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7731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=IF(C13&lt;=B13,"Within SLA","SLA Breach")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7150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KEY 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6875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Rule واحدة بدل 120 قرار.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6217920" cy="109728"/>
          </a:xfrm>
          <a:prstGeom prst="rect">
            <a:avLst/>
          </a:prstGeom>
          <a:solidFill>
            <a:srgbClr val="0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</a:rPr>
              <a:t>03_IF_ANATOMY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852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B9C6"/>
                </a:solidFill>
              </a:rPr>
              <a:t>Explain after the wow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574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299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IF(logical_test, value_if_true, value_if_false)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443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شو السؤال؟ → Resolution&lt;=SLA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862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8587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إذا True شو يرجّع؟ → "Within SLA"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006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7731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إذا False شو يرجّع؟ → "SLA Breach"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7150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6875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بعدها IFS مباشرة.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6217920" cy="109728"/>
          </a:xfrm>
          <a:prstGeom prst="rect">
            <a:avLst/>
          </a:prstGeom>
          <a:solidFill>
            <a:srgbClr val="0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</a:rPr>
              <a:t>03_IF_ANATOMY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852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B9C6"/>
                </a:solidFill>
              </a:rPr>
              <a:t>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574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299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إذا بدنا 4 Levels بدل جوابين فقط؟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REVEAL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443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=IFS(D15&lt;=75%,"Fast",D15&lt;=100%,"Within SLA",D15&lt;=125%,"Watch",TRUE,"Critical")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862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KEY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8587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IFS تقرأ من فوق لتحت، وأول TRUE توقف عنده.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006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WARNING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7731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الترتيب مهم جداً.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6217920" cy="109728"/>
          </a:xfrm>
          <a:prstGeom prst="rect">
            <a:avLst/>
          </a:prstGeom>
          <a:solidFill>
            <a:srgbClr val="0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</a:rPr>
              <a:t>04_IF_LAB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852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B9C6"/>
                </a:solidFill>
              </a:rPr>
              <a:t>Let them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574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DO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299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D15 = C15/B15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DO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443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E15 = IF(C15&lt;=B15,"Within SLA","SLA Breach")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862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DO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8587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F15 = IFS(D15&lt;=75%,"Fast",D15&lt;=100%,"Within SLA",D15&lt;=125%,"Watch",TRUE,"Critical")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006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SAY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7731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هسا أنا بسكت. كملوا الثلاث أعمدة.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7150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COACH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6875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اسألهم: شو السؤال اللي Excel لازم يجاوب عليه؟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6217920" cy="109728"/>
          </a:xfrm>
          <a:prstGeom prst="rect">
            <a:avLst/>
          </a:prstGeom>
          <a:solidFill>
            <a:srgbClr val="0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</a:rPr>
              <a:t>05_LOGIC_STORY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852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B9C6"/>
                </a:solidFill>
              </a:rPr>
              <a:t>AND / OR without formulas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574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299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Escalate when Case is Open AND (Repeat Contacts &gt;= 3 OR Resolution &gt; SLA)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443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Status = Open؟ Repeat &gt;=3؟ Resolution &gt; SLA؟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862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KEY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8587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AND = كل المجموعة لازم تكون 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006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KEY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7731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OR = يكفيني شرط واحد من الخيارات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7150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REVEAL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6875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=IF(AND(B16="Open",OR(C16&gt;=3,D16&lt;E16)),"Escalate","Standard")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6217920" cy="109728"/>
          </a:xfrm>
          <a:prstGeom prst="rect">
            <a:avLst/>
          </a:prstGeom>
          <a:solidFill>
            <a:srgbClr val="0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</a:rPr>
              <a:t>06_LOGIC_ANATOMY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852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B9C6"/>
                </a:solidFill>
              </a:rPr>
              <a:t>IFERROR moment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574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SHOW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299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18/0 → #DIV/0!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443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هل أترك الخطأ هيك بتقرير رايح للإدارة؟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862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REVEAL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8587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=IFERROR(Resolution/SLA,0)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006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KEY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7731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IFERROR مش ممحاة للأخطاء. فقط لما أعرف البديل المنطقي.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7150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6875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بعدها 07_LOGIC_LAB.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6217920" cy="109728"/>
          </a:xfrm>
          <a:prstGeom prst="rect">
            <a:avLst/>
          </a:prstGeom>
          <a:solidFill>
            <a:srgbClr val="0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</a:rPr>
              <a:t>07_LOGIC_LAB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852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B9C6"/>
                </a:solidFill>
              </a:rPr>
              <a:t>Three ideas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574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DO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299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=IF(AND(B11="Open",OR(C11&gt;=3,E11&gt;D11)),"Escalate","Standard")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DO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443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=IF(OR(C11&gt;=4,E11&gt;1.5*D11),"High Risk","Normal")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862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DO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8587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=IFERROR(E11/D11,0)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006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COACH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7731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لا تقارنوا Formulas مع بعض. قارنوا المنطق.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7150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6875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CASE-0067 فيها SLA = 0 — لازم IFERROR يشتغل.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6217920" cy="109728"/>
          </a:xfrm>
          <a:prstGeom prst="rect">
            <a:avLst/>
          </a:prstGeom>
          <a:solidFill>
            <a:srgbClr val="0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</a:rPr>
              <a:t>08_AGG_STORY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852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B9C6"/>
                </a:solidFill>
              </a:rPr>
              <a:t>Hook for SUMIFS family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574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299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الساعة 2:55 والمدير بده 3 أرقام هسا.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443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ماذا تعمل عادة؟ → 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862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KEY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8587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بدل ما أسأل Excel كيف أفلتر، أسأله مباشرة: شو شروط الرقم اللي بدي ياه؟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006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MOVE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7731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بعدها 09_AGG_ANATOMY.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6217920" cy="109728"/>
          </a:xfrm>
          <a:prstGeom prst="rect">
            <a:avLst/>
          </a:prstGeom>
          <a:solidFill>
            <a:srgbClr val="0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</a:rPr>
              <a:t>09_AGG_ANATOMY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852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B9C6"/>
                </a:solidFill>
              </a:rPr>
              <a:t>One thinking method, three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574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SUMIFS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299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بدي أجمع ماذا؟ وتحت أي شروط؟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COUNTIFS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443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بدي أعد كم Record يحقق الشروط؟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862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AVERAGEIFS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8587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بدي متوسط أي مجموعة تحقق الشروط؟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006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ADVANCED TIP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7731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المقارنات مثل &gt;= و &lt; تحتاج ربط: "&gt;="&amp;B14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7150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KEY 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6875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Range → Condition → Result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6217920" cy="109728"/>
          </a:xfrm>
          <a:prstGeom prst="rect">
            <a:avLst/>
          </a:prstGeom>
          <a:solidFill>
            <a:srgbClr val="0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</a:rPr>
              <a:t>10_AGG_LAB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852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B9C6"/>
                </a:solidFill>
              </a:rPr>
              <a:t>Management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574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DO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299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B18 → SUMIFS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DO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443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B19 → COUNTIFS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862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DO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8587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B20 → AVERAGEIFS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006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THEN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7731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خليهم يعملوا B21:B23 لحالهم.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7150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WOW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6875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غيّر Region أو Service وقل: أنا ما غيرت Formula، غيرت السؤال فقط.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6217920" cy="109728"/>
          </a:xfrm>
          <a:prstGeom prst="rect">
            <a:avLst/>
          </a:prstGeom>
          <a:solidFill>
            <a:srgbClr val="0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</a:rPr>
              <a:t>11_FINAL_CHALLENGE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852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B9C6"/>
                </a:solidFill>
              </a:rPr>
              <a:t>Close strong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574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299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قسّمهم 4 مجموعات.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DISTRIBUTE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443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Group 1: Tasks 1+2 | Group 2: 3+4 | Group 3: 5+6 | Group 4: 7+8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862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8587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ليش اخترتوا هذه Function؟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006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KEY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7731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اليوم تعلمنا كيف نحول Business Rule إلى Excel Rule.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7150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CLOSE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6875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هي الجملة النهائية لليوم.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6217920" cy="109728"/>
          </a:xfrm>
          <a:prstGeom prst="rect">
            <a:avLst/>
          </a:prstGeom>
          <a:solidFill>
            <a:srgbClr val="0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</a:rPr>
              <a:t>DELIVERY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852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B9C6"/>
                </a:solidFill>
              </a:rPr>
              <a:t>What to avoid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574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DON'T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299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لا تفتح Answer Key أمامهم.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DON'T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443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لا تبدأ من DATA_HUB.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862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DON'T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8587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لا تعطي Formula قبل السؤال.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006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7731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كل معادلة قبلها سؤال منطقي بالكلام.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7150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7900"/>
                </a:solidFill>
              </a:rPr>
              <a:t>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6875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EF5"/>
                </a:solidFill>
              </a:rPr>
              <a:t>خلّي الشرح سريع، بصري، وتفاعلي.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